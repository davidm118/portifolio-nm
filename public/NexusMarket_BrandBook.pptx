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066FF">
              <a:alpha val="12000"/>
            </a:srgbClr>
          </a:solidFill>
          <a:ln w="12700">
            <a:solidFill>
              <a:srgbClr val="0066F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pPr indent="0" marL="0">
              <a:buNone/>
            </a:pPr>
            <a:r>
              <a:rPr lang="en-US" sz="52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Book &amp; Identidade Visual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286000" cy="36576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 Tech Dev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B73"/>
          </a:solidFill>
          <a:ln w="12700">
            <a:solidFill>
              <a:srgbClr val="002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Marca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marca NexusMarket foi desenvolvida para representar inovação, tecnologia e conectividade. Seu design transmite modernidade, confiança e sofisticação, refletindo o posicionamento da empresa como uma plataforma digital de ponta para gestão de negócios físicos.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3108960"/>
            <a:ext cx="2011680" cy="6400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108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0" y="3108960"/>
            <a:ext cx="2011680" cy="640080"/>
          </a:xfrm>
          <a:prstGeom prst="rect">
            <a:avLst/>
          </a:prstGeom>
          <a:solidFill>
            <a:srgbClr val="002B73"/>
          </a:solidFill>
          <a:ln w="12700">
            <a:solidFill>
              <a:srgbClr val="002B7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3108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3108960"/>
            <a:ext cx="20116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3108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 Tech Dev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Logotipo Principal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840480" cy="32918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Criativo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logotipo combina o símbolo "NM" com o nome NexusMarket em tipografia moderna. "Nexus" em cinza escuro transmite estabilidade, enquanto "Market" em azul representa inovação.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023360" cy="3291840"/>
          </a:xfrm>
          <a:prstGeom prst="rect">
            <a:avLst/>
          </a:prstGeom>
          <a:solidFill>
            <a:srgbClr val="002B73"/>
          </a:solidFill>
          <a:ln w="12700">
            <a:solidFill>
              <a:srgbClr val="002B7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20116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pPr algn="ctr" indent="0" marL="0">
              <a:buNone/>
            </a:pPr>
            <a:r>
              <a:rPr lang="en-US" sz="36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93776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Tipografia: Montserrat Bold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 Tech Dev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B73"/>
          </a:solidFill>
          <a:ln w="12700">
            <a:solidFill>
              <a:srgbClr val="002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 (Isotipo)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Criativo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símbolo "NM" é a fusão das iniciais da marca, desenhado com linhas contínuas e curvas suaves. O degradê azul transmite fluidez e evolução, reforçando a ideia de conexão tecnológica — o núcleo do conceito Nexus.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468880" cy="2468880"/>
          </a:xfrm>
          <a:prstGeom prst="ellipse">
            <a:avLst/>
          </a:prstGeom>
          <a:solidFill>
            <a:srgbClr val="002B73"/>
          </a:solidFill>
          <a:ln w="38100">
            <a:solidFill>
              <a:srgbClr val="0066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37160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 Tech Dev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Oficiais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164592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#0066FF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Principal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3337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Destaques, ícones, CTA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188720"/>
            <a:ext cx="1920240" cy="1645920"/>
          </a:xfrm>
          <a:prstGeom prst="rect">
            <a:avLst/>
          </a:prstGeom>
          <a:solidFill>
            <a:srgbClr val="002B73"/>
          </a:solidFill>
          <a:ln w="12700">
            <a:solidFill>
              <a:srgbClr val="002B7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1887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#002B73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1460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Escuro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3337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Contrastes, fundos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920240" cy="1645920"/>
          </a:xfrm>
          <a:prstGeom prst="rect">
            <a:avLst/>
          </a:prstGeom>
          <a:solidFill>
            <a:srgbClr val="2E3239"/>
          </a:solidFill>
          <a:ln w="12700">
            <a:solidFill>
              <a:srgbClr val="2E323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1887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#2E3239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Cinza Grafite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3337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"Nexus"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188720"/>
            <a:ext cx="1920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12280" y="11887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3337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Fundos e respiro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 Tech Dev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B73"/>
          </a:solidFill>
          <a:ln w="12700">
            <a:solidFill>
              <a:srgbClr val="002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Primária: Montserrat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Geométrica, moderna e com excelente legibilidade digital.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54864" cy="4114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Regular:  NexusMarket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54864" cy="4114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175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— Nexus:  Nexus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611880"/>
            <a:ext cx="54864" cy="41148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6118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— Market:  Market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 Tech Dev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Proteção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320040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Espaçamento mínimo obrigatório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498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sempre um espaço equivalente à altura da letra "N" do símbolo em todos os lados do logotipo. Nenhum elemento gráfico, texto ou imagem deve invadir essa área de proteção.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2834640"/>
            <a:ext cx="274320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FF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200400" y="28346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  NexusMarket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zona de proteção 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 Tech Dev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B73"/>
          </a:solidFill>
          <a:ln w="12700">
            <a:solidFill>
              <a:srgbClr val="002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Corretos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07592"/>
            <a:ext cx="320040" cy="32004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07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1234440"/>
            <a:ext cx="7772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316736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claro com logotipo na versão padrão (azul + grafite)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20040" cy="32004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1892808"/>
            <a:ext cx="7772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43000" y="1975104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 escuro com versão branca ou invertida do logotipo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24328"/>
            <a:ext cx="320040" cy="32004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243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2551176"/>
            <a:ext cx="7772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263347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digital em alta resolução (mínimo 72dpi para tela)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82696"/>
            <a:ext cx="320040" cy="32004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" y="3209544"/>
            <a:ext cx="7772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43000" y="32918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impressa em alta resolução (mínimo 300dpi)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41064"/>
            <a:ext cx="320040" cy="320040"/>
          </a:xfrm>
          <a:prstGeom prst="ellipse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410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3867912"/>
            <a:ext cx="7772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43000" y="395020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do símbolo NM isolado em espaços reduzidos (favicon, ícone de app)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 Tech Dev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Incorretos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07592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07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1234440"/>
            <a:ext cx="777240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1316736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as cores do degradê do símbolo NM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1892808"/>
            <a:ext cx="777240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43000" y="1975104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Girar, distorcer ou adicionar sombras exageradas ao logotipo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24328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243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2551176"/>
            <a:ext cx="777240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263347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em fundos complexos que prejudiquem a leitura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82696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" y="3209544"/>
            <a:ext cx="777240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43000" y="32918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o símbolo do nome em contextos formais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41064"/>
            <a:ext cx="320040" cy="3200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410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3867912"/>
            <a:ext cx="7772400" cy="53035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43000" y="395020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Utilizar versões com baixa resolução ou pixeladas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 Tech Dev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B73"/>
          </a:solidFill>
          <a:ln w="12700">
            <a:solidFill>
              <a:srgbClr val="002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de Voz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73152" cy="146304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precisa, sem jargões desnecessários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234440"/>
            <a:ext cx="73152" cy="1463040"/>
          </a:xfrm>
          <a:prstGeom prst="rect">
            <a:avLst/>
          </a:prstGeom>
          <a:solidFill>
            <a:srgbClr val="002B73"/>
          </a:solidFill>
          <a:ln w="12700">
            <a:solidFill>
              <a:srgbClr val="002B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17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Confiável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Transmite segurança e solidez em cada mensagem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73152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Inovador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atual, moderna e orientada a soluções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26080"/>
            <a:ext cx="73152" cy="14630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46320" y="35204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claras, objetivas e fáceis de entender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 Tech Dev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e Apps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principal do produto digital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56032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 Institucionais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e encerramento animados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56032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Digital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2148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banners e campanhas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56032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Papelaria Corporativa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886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Contratos, apresentações e docs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56032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0040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Mobile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886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Ícone e splash screen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56032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3063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03504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Impressos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3886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Cartão de visita, folder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 Tech Dev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B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011680"/>
            <a:ext cx="4114800" cy="4114800"/>
          </a:xfrm>
          <a:prstGeom prst="ellipse">
            <a:avLst/>
          </a:prstGeom>
          <a:solidFill>
            <a:srgbClr val="0066FF">
              <a:alpha val="10000"/>
            </a:srgbClr>
          </a:solidFill>
          <a:ln w="12700">
            <a:solidFill>
              <a:srgbClr val="0066FF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identidade visual da NexusMarket reflete tecnologia, inovação e confiança. Seu design modular permite flexibilidade de uso, mantendo a consistência em todas as plataformas.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286000" cy="36576"/>
          </a:xfrm>
          <a:prstGeom prst="rect">
            <a:avLst/>
          </a:prstGeom>
          <a:solidFill>
            <a:srgbClr val="0066FF"/>
          </a:solidFill>
          <a:ln w="12700">
            <a:solidFill>
              <a:srgbClr val="006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918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pPr indent="0" marL="0">
              <a:buNone/>
            </a:pPr>
            <a:r>
              <a:rPr lang="en-US" sz="2800" b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por Tech Dev  •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NexusMarket — Brand Book</dc:title>
  <dc:subject>PptxGenJS Presentation</dc:subject>
  <dc:creator>PptxGenJS</dc:creator>
  <cp:lastModifiedBy>PptxGenJS</cp:lastModifiedBy>
  <cp:revision>1</cp:revision>
  <dcterms:created xsi:type="dcterms:W3CDTF">2026-03-21T16:01:47Z</dcterms:created>
  <dcterms:modified xsi:type="dcterms:W3CDTF">2026-03-21T16:01:47Z</dcterms:modified>
</cp:coreProperties>
</file>